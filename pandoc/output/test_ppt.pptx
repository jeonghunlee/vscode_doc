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4.xml" /><Relationship Id="rId4" Type="http://schemas.openxmlformats.org/officeDocument/2006/relationships/slide" Target="slide5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Pandoc PPTx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 이정훈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Slide 1: 프로젝트 소개</a:t>
            </a:r>
          </a:p>
          <a:p>
            <a:pPr lvl="0"/>
            <a:r>
              <a:rPr>
                <a:hlinkClick r:id="rId3" action="ppaction://hlinksldjump"/>
              </a:rPr>
              <a:t>Slide 2: 시스템 아키텍처</a:t>
            </a:r>
          </a:p>
          <a:p>
            <a:pPr lvl="0"/>
            <a:r>
              <a:rPr>
                <a:hlinkClick r:id="rId4" action="ppaction://hlinksldjump"/>
              </a:rPr>
              <a:t>Slide 3: 개발 일정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프로젝트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Pandoc - 개발 목적 - 시스템 개요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Pandoc</a:t>
            </a:r>
          </a:p>
          <a:p>
            <a:pPr lvl="0"/>
            <a:r>
              <a:rPr/>
              <a:t>PPTX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개발 일정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Driver 개발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Application 개발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통합 테스트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Pandoc PPTx</dc:title>
  <dc:creator>TEST 이정훈</dc:creator>
  <cp:keywords/>
  <dcterms:created xsi:type="dcterms:W3CDTF">2026-10-19T04:24:29Z</dcterms:created>
  <dcterms:modified xsi:type="dcterms:W3CDTF">2026-10-19T04:24:29Z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2026-10-19</vt:lpwstr>
  </property>
  <property fmtid="{D5CDD505-2E9C-101B-9397-08002B2CF9AE}" pid="3" name="toc-title">
    <vt:lpwstr>목차</vt:lpwstr>
  </property>
</Properties>
</file>